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4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2" autoAdjust="0"/>
    <p:restoredTop sz="94660"/>
  </p:normalViewPr>
  <p:slideViewPr>
    <p:cSldViewPr snapToGrid="0">
      <p:cViewPr varScale="1">
        <p:scale>
          <a:sx n="79" d="100"/>
          <a:sy n="79" d="100"/>
        </p:scale>
        <p:origin x="3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14794-C7E3-4D2A-A147-5A79CA1729C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26591C-AAD8-4FDE-83B9-7770EC911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959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26591C-AAD8-4FDE-83B9-7770EC911D1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26591C-AAD8-4FDE-83B9-7770EC911D1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402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30DDE-36F6-4308-B673-936960E40F96}" type="datetime1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5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8B3FF-4CA8-4C60-9B3B-8127512BAF51}" type="datetime1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328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55793-B380-447F-A6F1-4E670420F83A}" type="datetime1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0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E505F-3766-47D9-AC7B-BE0BFBB7EFD1}" type="datetime1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354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E841B-B1C4-4AFB-AA94-864F7286B14D}" type="datetime1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656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1DA86-1FFB-4BF0-9A38-88EB68EF641C}" type="datetime1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29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87219-AD85-4DE6-A9FB-A5AC4C2B121E}" type="datetime1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69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E3C4A-76FD-404C-A3F8-268E15D298E7}" type="datetime1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981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307BE-2E35-4CDF-8EAD-3D5B23D46522}" type="datetime1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694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3C68B-41A4-41F5-B891-472D04403A57}" type="datetime1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02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D2026-1F0F-495E-A6A6-B65D9F4147CC}" type="datetime1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979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EBEEA-4474-4E6E-8922-C545FCF408EE}" type="datetime1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D36D4C-5118-47AF-ADE3-AC9A8400C9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774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Talkdemy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sz="3200" dirty="0" smtClean="0"/>
              <a:t>Real-time anonymous communication platform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sz="4000" dirty="0" smtClean="0"/>
          </a:p>
          <a:p>
            <a:r>
              <a:rPr lang="en-US" sz="3600" dirty="0" smtClean="0"/>
              <a:t>By: </a:t>
            </a:r>
            <a:r>
              <a:rPr lang="en-US" sz="3600" dirty="0" err="1" smtClean="0"/>
              <a:t>Aayush</a:t>
            </a:r>
            <a:r>
              <a:rPr lang="en-US" sz="3600" dirty="0" smtClean="0"/>
              <a:t> </a:t>
            </a:r>
            <a:r>
              <a:rPr lang="en-US" sz="3600" dirty="0" err="1" smtClean="0"/>
              <a:t>Rajkarnikar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151057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dirty="0" err="1" smtClean="0"/>
              <a:t>Talkdemy</a:t>
            </a:r>
            <a:r>
              <a:rPr lang="en-US" dirty="0" smtClean="0"/>
              <a:t> is a real time communication platform for classrooms that enable students to communicate with their teachers.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dirty="0" smtClean="0"/>
              <a:t>There is high correlation between student performance and teacher-student communication.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365125"/>
            <a:ext cx="2743200" cy="365125"/>
          </a:xfrm>
        </p:spPr>
        <p:txBody>
          <a:bodyPr/>
          <a:lstStyle/>
          <a:p>
            <a:r>
              <a:rPr lang="en-US" sz="24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29814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Statement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1800"/>
              </a:spcAft>
            </a:pPr>
            <a:r>
              <a:rPr lang="en-US" dirty="0" smtClean="0"/>
              <a:t>Many </a:t>
            </a:r>
            <a:r>
              <a:rPr lang="en-US" dirty="0"/>
              <a:t>Students hesitate to ask their questions </a:t>
            </a:r>
            <a:r>
              <a:rPr lang="en-US" dirty="0" smtClean="0"/>
              <a:t>due </a:t>
            </a:r>
            <a:r>
              <a:rPr lang="en-US" dirty="0"/>
              <a:t>to fear of </a:t>
            </a:r>
            <a:r>
              <a:rPr lang="en-US" dirty="0" smtClean="0"/>
              <a:t>judgment.</a:t>
            </a:r>
          </a:p>
          <a:p>
            <a:pPr>
              <a:spcAft>
                <a:spcPts val="1800"/>
              </a:spcAft>
            </a:pPr>
            <a:r>
              <a:rPr lang="en-US" dirty="0"/>
              <a:t>Lack of real time interaction platform that help student and teacher to </a:t>
            </a:r>
            <a:r>
              <a:rPr lang="en-US" dirty="0" smtClean="0"/>
              <a:t>communicate that provide a focused learning environment.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365125"/>
            <a:ext cx="2743200" cy="365125"/>
          </a:xfrm>
        </p:spPr>
        <p:txBody>
          <a:bodyPr/>
          <a:lstStyle/>
          <a:p>
            <a:r>
              <a:rPr lang="en-US" sz="24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12292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1800"/>
              </a:spcAft>
            </a:pPr>
            <a:r>
              <a:rPr lang="en-US" dirty="0" smtClean="0"/>
              <a:t>To enable anonymous interaction form students with the teacher.</a:t>
            </a:r>
          </a:p>
          <a:p>
            <a:pPr>
              <a:spcAft>
                <a:spcPts val="1800"/>
              </a:spcAft>
            </a:pPr>
            <a:r>
              <a:rPr lang="en-US" dirty="0"/>
              <a:t>To design </a:t>
            </a:r>
            <a:r>
              <a:rPr lang="en-US" dirty="0" smtClean="0"/>
              <a:t>a real-time </a:t>
            </a:r>
            <a:r>
              <a:rPr lang="en-US" dirty="0"/>
              <a:t>communication platform between teacher and student </a:t>
            </a:r>
            <a:r>
              <a:rPr lang="en-US" dirty="0" smtClean="0"/>
              <a:t>in a focused learning environment.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365125"/>
            <a:ext cx="2743200" cy="365125"/>
          </a:xfrm>
        </p:spPr>
        <p:txBody>
          <a:bodyPr/>
          <a:lstStyle/>
          <a:p>
            <a:r>
              <a:rPr lang="en-US" sz="2400" dirty="0" smtClean="0"/>
              <a:t>3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86615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 Case diagram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221" y="909637"/>
            <a:ext cx="5717769" cy="5811838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36D4C-5118-47AF-ADE3-AC9A8400C9F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98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 used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US" dirty="0" smtClean="0"/>
              <a:t>Frontend : React and tailwind </a:t>
            </a:r>
            <a:r>
              <a:rPr lang="en-US" dirty="0" err="1" smtClean="0"/>
              <a:t>css</a:t>
            </a:r>
            <a:endParaRPr lang="en-US" dirty="0" smtClean="0"/>
          </a:p>
          <a:p>
            <a:pPr>
              <a:spcAft>
                <a:spcPts val="1800"/>
              </a:spcAft>
            </a:pPr>
            <a:r>
              <a:rPr lang="en-US" dirty="0" smtClean="0"/>
              <a:t>Backend : Node.js with Express</a:t>
            </a:r>
          </a:p>
          <a:p>
            <a:pPr>
              <a:spcAft>
                <a:spcPts val="1800"/>
              </a:spcAft>
            </a:pPr>
            <a:r>
              <a:rPr lang="en-US" dirty="0" smtClean="0"/>
              <a:t>Database: </a:t>
            </a:r>
            <a:r>
              <a:rPr lang="en-US" dirty="0" err="1" smtClean="0"/>
              <a:t>MongoDB</a:t>
            </a:r>
            <a:endParaRPr lang="en-US" dirty="0" smtClean="0"/>
          </a:p>
          <a:p>
            <a:pPr>
              <a:spcAft>
                <a:spcPts val="1800"/>
              </a:spcAft>
            </a:pPr>
            <a:r>
              <a:rPr lang="en-US" dirty="0" err="1" smtClean="0"/>
              <a:t>Websocket</a:t>
            </a:r>
            <a:r>
              <a:rPr lang="en-US" dirty="0" smtClean="0"/>
              <a:t>: socket.io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365125"/>
            <a:ext cx="2743200" cy="365125"/>
          </a:xfrm>
        </p:spPr>
        <p:txBody>
          <a:bodyPr/>
          <a:lstStyle/>
          <a:p>
            <a:r>
              <a:rPr lang="en-US" sz="2400" dirty="0" smtClean="0"/>
              <a:t>5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78353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 smtClean="0"/>
              <a:t>Talkdemy</a:t>
            </a:r>
            <a:r>
              <a:rPr lang="en-US" dirty="0" smtClean="0"/>
              <a:t> </a:t>
            </a:r>
            <a:r>
              <a:rPr lang="en-US" dirty="0"/>
              <a:t>creates a safe, anonymous space where students can freely ask questions and share knowledge without fear of judgment. By removing social barriers and distractions, </a:t>
            </a:r>
            <a:r>
              <a:rPr lang="en-US" dirty="0" smtClean="0"/>
              <a:t>it helps to create a focused learning environment.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365125"/>
            <a:ext cx="2743200" cy="365125"/>
          </a:xfrm>
        </p:spPr>
        <p:txBody>
          <a:bodyPr/>
          <a:lstStyle/>
          <a:p>
            <a:r>
              <a:rPr lang="en-US" sz="24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74321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165</Words>
  <Application>Microsoft Office PowerPoint</Application>
  <PresentationFormat>Widescreen</PresentationFormat>
  <Paragraphs>28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Talkdemy  Real-time anonymous communication platform</vt:lpstr>
      <vt:lpstr>Introduction</vt:lpstr>
      <vt:lpstr>Problem Statement</vt:lpstr>
      <vt:lpstr>Objective</vt:lpstr>
      <vt:lpstr>Use Case diagram</vt:lpstr>
      <vt:lpstr>Tools used</vt:lpstr>
      <vt:lpstr>Conclusion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Talkdemy</dc:title>
  <dc:creator>Microsoft account</dc:creator>
  <cp:lastModifiedBy>Microsoft account</cp:lastModifiedBy>
  <cp:revision>10</cp:revision>
  <dcterms:created xsi:type="dcterms:W3CDTF">2025-07-11T16:29:41Z</dcterms:created>
  <dcterms:modified xsi:type="dcterms:W3CDTF">2025-11-07T21:20:30Z</dcterms:modified>
</cp:coreProperties>
</file>